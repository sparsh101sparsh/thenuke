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Explain Promise resolution vs setTimeout 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Highlight pointer references in generational garbage collection.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JavaScript Concurrency &amp; Event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Concepts:</a:t>
            </a:r>
          </a:p>
          <a:p>
            <a:r>
              <a:t>Call Stack handles synchronous frames.</a:t>
            </a:r>
          </a:p>
          <a:p>
            <a:r>
              <a:t>Microtask Queue has higher priority than Macrotask Queue.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V8 Memory Heap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